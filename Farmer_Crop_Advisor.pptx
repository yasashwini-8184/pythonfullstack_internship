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7" r:id="rId4"/>
    <p:sldId id="286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7" r:id="rId20"/>
    <p:sldId id="28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174eac46ec5487bb" providerId="LiveId" clId="{3FE0933A-A266-4209-87D3-BB5A2228A192}"/>
    <pc:docChg chg="undo custSel addSld delSld modSld">
      <pc:chgData name="" userId="174eac46ec5487bb" providerId="LiveId" clId="{3FE0933A-A266-4209-87D3-BB5A2228A192}" dt="2026-07-06T10:07:16.870" v="46" actId="931"/>
      <pc:docMkLst>
        <pc:docMk/>
      </pc:docMkLst>
      <pc:sldChg chg="addSp delSp modSp">
        <pc:chgData name="" userId="174eac46ec5487bb" providerId="LiveId" clId="{3FE0933A-A266-4209-87D3-BB5A2228A192}" dt="2026-07-06T09:54:11.282" v="3" actId="931"/>
        <pc:sldMkLst>
          <pc:docMk/>
          <pc:sldMk cId="0" sldId="266"/>
        </pc:sldMkLst>
        <pc:picChg chg="del">
          <ac:chgData name="" userId="174eac46ec5487bb" providerId="LiveId" clId="{3FE0933A-A266-4209-87D3-BB5A2228A192}" dt="2026-07-06T09:51:28.064" v="2" actId="478"/>
          <ac:picMkLst>
            <pc:docMk/>
            <pc:sldMk cId="0" sldId="266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09:54:11.282" v="3" actId="931"/>
          <ac:picMkLst>
            <pc:docMk/>
            <pc:sldMk cId="0" sldId="266"/>
            <ac:picMk id="4" creationId="{4A3DE585-E6D9-4DE0-8964-3C16C954A79D}"/>
          </ac:picMkLst>
        </pc:picChg>
      </pc:sldChg>
      <pc:sldChg chg="addSp delSp modSp add del">
        <pc:chgData name="" userId="174eac46ec5487bb" providerId="LiveId" clId="{3FE0933A-A266-4209-87D3-BB5A2228A192}" dt="2026-07-06T09:54:45.958" v="9" actId="931"/>
        <pc:sldMkLst>
          <pc:docMk/>
          <pc:sldMk cId="0" sldId="267"/>
        </pc:sldMkLst>
        <pc:picChg chg="del">
          <ac:chgData name="" userId="174eac46ec5487bb" providerId="LiveId" clId="{3FE0933A-A266-4209-87D3-BB5A2228A192}" dt="2026-07-06T09:54:34.788" v="8" actId="478"/>
          <ac:picMkLst>
            <pc:docMk/>
            <pc:sldMk cId="0" sldId="267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09:54:45.958" v="9" actId="931"/>
          <ac:picMkLst>
            <pc:docMk/>
            <pc:sldMk cId="0" sldId="267"/>
            <ac:picMk id="4" creationId="{10474B2B-933C-4F2B-B3B8-29DD7BABA168}"/>
          </ac:picMkLst>
        </pc:picChg>
      </pc:sldChg>
      <pc:sldChg chg="del">
        <pc:chgData name="" userId="174eac46ec5487bb" providerId="LiveId" clId="{3FE0933A-A266-4209-87D3-BB5A2228A192}" dt="2026-07-06T09:54:48.639" v="10" actId="2696"/>
        <pc:sldMkLst>
          <pc:docMk/>
          <pc:sldMk cId="0" sldId="268"/>
        </pc:sldMkLst>
      </pc:sldChg>
      <pc:sldChg chg="addSp delSp modSp">
        <pc:chgData name="" userId="174eac46ec5487bb" providerId="LiveId" clId="{3FE0933A-A266-4209-87D3-BB5A2228A192}" dt="2026-07-06T09:56:49.498" v="14" actId="931"/>
        <pc:sldMkLst>
          <pc:docMk/>
          <pc:sldMk cId="0" sldId="269"/>
        </pc:sldMkLst>
        <pc:picChg chg="del">
          <ac:chgData name="" userId="174eac46ec5487bb" providerId="LiveId" clId="{3FE0933A-A266-4209-87D3-BB5A2228A192}" dt="2026-07-06T09:56:36.131" v="13" actId="478"/>
          <ac:picMkLst>
            <pc:docMk/>
            <pc:sldMk cId="0" sldId="269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09:56:49.498" v="14" actId="931"/>
          <ac:picMkLst>
            <pc:docMk/>
            <pc:sldMk cId="0" sldId="269"/>
            <ac:picMk id="4" creationId="{24606241-9CE7-440E-9849-CF2023142475}"/>
          </ac:picMkLst>
        </pc:picChg>
      </pc:sldChg>
      <pc:sldChg chg="addSp delSp modSp">
        <pc:chgData name="" userId="174eac46ec5487bb" providerId="LiveId" clId="{3FE0933A-A266-4209-87D3-BB5A2228A192}" dt="2026-07-06T09:57:08.944" v="16" actId="931"/>
        <pc:sldMkLst>
          <pc:docMk/>
          <pc:sldMk cId="0" sldId="270"/>
        </pc:sldMkLst>
        <pc:picChg chg="del">
          <ac:chgData name="" userId="174eac46ec5487bb" providerId="LiveId" clId="{3FE0933A-A266-4209-87D3-BB5A2228A192}" dt="2026-07-06T09:56:57.179" v="15" actId="478"/>
          <ac:picMkLst>
            <pc:docMk/>
            <pc:sldMk cId="0" sldId="270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09:57:08.944" v="16" actId="931"/>
          <ac:picMkLst>
            <pc:docMk/>
            <pc:sldMk cId="0" sldId="270"/>
            <ac:picMk id="4" creationId="{D8BF99A4-F376-4195-A338-2D8725252B4A}"/>
          </ac:picMkLst>
        </pc:picChg>
      </pc:sldChg>
      <pc:sldChg chg="addSp delSp modSp">
        <pc:chgData name="" userId="174eac46ec5487bb" providerId="LiveId" clId="{3FE0933A-A266-4209-87D3-BB5A2228A192}" dt="2026-07-06T09:57:25.633" v="18" actId="931"/>
        <pc:sldMkLst>
          <pc:docMk/>
          <pc:sldMk cId="0" sldId="271"/>
        </pc:sldMkLst>
        <pc:picChg chg="del">
          <ac:chgData name="" userId="174eac46ec5487bb" providerId="LiveId" clId="{3FE0933A-A266-4209-87D3-BB5A2228A192}" dt="2026-07-06T09:57:13.286" v="17" actId="478"/>
          <ac:picMkLst>
            <pc:docMk/>
            <pc:sldMk cId="0" sldId="271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09:57:25.633" v="18" actId="931"/>
          <ac:picMkLst>
            <pc:docMk/>
            <pc:sldMk cId="0" sldId="271"/>
            <ac:picMk id="4" creationId="{CD4F9D05-2DF1-4EFD-AADE-0FCEB150DC76}"/>
          </ac:picMkLst>
        </pc:picChg>
      </pc:sldChg>
      <pc:sldChg chg="addSp delSp modSp">
        <pc:chgData name="" userId="174eac46ec5487bb" providerId="LiveId" clId="{3FE0933A-A266-4209-87D3-BB5A2228A192}" dt="2026-07-06T09:50:46.673" v="1" actId="931"/>
        <pc:sldMkLst>
          <pc:docMk/>
          <pc:sldMk cId="0" sldId="272"/>
        </pc:sldMkLst>
        <pc:picChg chg="del">
          <ac:chgData name="" userId="174eac46ec5487bb" providerId="LiveId" clId="{3FE0933A-A266-4209-87D3-BB5A2228A192}" dt="2026-07-06T09:50:34.526" v="0" actId="478"/>
          <ac:picMkLst>
            <pc:docMk/>
            <pc:sldMk cId="0" sldId="272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09:50:46.673" v="1" actId="931"/>
          <ac:picMkLst>
            <pc:docMk/>
            <pc:sldMk cId="0" sldId="272"/>
            <ac:picMk id="4" creationId="{73CD3774-A9DE-4D5A-BEC5-2DB7112D1F17}"/>
          </ac:picMkLst>
        </pc:picChg>
      </pc:sldChg>
      <pc:sldChg chg="addSp delSp modSp">
        <pc:chgData name="" userId="174eac46ec5487bb" providerId="LiveId" clId="{3FE0933A-A266-4209-87D3-BB5A2228A192}" dt="2026-07-06T10:01:18.593" v="20" actId="931"/>
        <pc:sldMkLst>
          <pc:docMk/>
          <pc:sldMk cId="0" sldId="273"/>
        </pc:sldMkLst>
        <pc:picChg chg="del">
          <ac:chgData name="" userId="174eac46ec5487bb" providerId="LiveId" clId="{3FE0933A-A266-4209-87D3-BB5A2228A192}" dt="2026-07-06T10:00:24.624" v="19" actId="478"/>
          <ac:picMkLst>
            <pc:docMk/>
            <pc:sldMk cId="0" sldId="273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1:18.593" v="20" actId="931"/>
          <ac:picMkLst>
            <pc:docMk/>
            <pc:sldMk cId="0" sldId="273"/>
            <ac:picMk id="4" creationId="{FB77F6A2-FE02-4409-8D0A-69D01470A419}"/>
          </ac:picMkLst>
        </pc:picChg>
      </pc:sldChg>
      <pc:sldChg chg="addSp delSp modSp">
        <pc:chgData name="" userId="174eac46ec5487bb" providerId="LiveId" clId="{3FE0933A-A266-4209-87D3-BB5A2228A192}" dt="2026-07-06T10:01:35.541" v="22" actId="931"/>
        <pc:sldMkLst>
          <pc:docMk/>
          <pc:sldMk cId="0" sldId="274"/>
        </pc:sldMkLst>
        <pc:picChg chg="del">
          <ac:chgData name="" userId="174eac46ec5487bb" providerId="LiveId" clId="{3FE0933A-A266-4209-87D3-BB5A2228A192}" dt="2026-07-06T10:01:24.027" v="21" actId="478"/>
          <ac:picMkLst>
            <pc:docMk/>
            <pc:sldMk cId="0" sldId="274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1:35.541" v="22" actId="931"/>
          <ac:picMkLst>
            <pc:docMk/>
            <pc:sldMk cId="0" sldId="274"/>
            <ac:picMk id="4" creationId="{0D65582F-92EB-4698-86E2-40C76CA266E3}"/>
          </ac:picMkLst>
        </pc:picChg>
      </pc:sldChg>
      <pc:sldChg chg="del">
        <pc:chgData name="" userId="174eac46ec5487bb" providerId="LiveId" clId="{3FE0933A-A266-4209-87D3-BB5A2228A192}" dt="2026-07-06T10:01:49.239" v="23" actId="2696"/>
        <pc:sldMkLst>
          <pc:docMk/>
          <pc:sldMk cId="0" sldId="275"/>
        </pc:sldMkLst>
      </pc:sldChg>
      <pc:sldChg chg="addSp delSp modSp">
        <pc:chgData name="" userId="174eac46ec5487bb" providerId="LiveId" clId="{3FE0933A-A266-4209-87D3-BB5A2228A192}" dt="2026-07-06T10:02:06.150" v="25" actId="931"/>
        <pc:sldMkLst>
          <pc:docMk/>
          <pc:sldMk cId="0" sldId="276"/>
        </pc:sldMkLst>
        <pc:picChg chg="del">
          <ac:chgData name="" userId="174eac46ec5487bb" providerId="LiveId" clId="{3FE0933A-A266-4209-87D3-BB5A2228A192}" dt="2026-07-06T10:01:51.943" v="24" actId="478"/>
          <ac:picMkLst>
            <pc:docMk/>
            <pc:sldMk cId="0" sldId="276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2:06.150" v="25" actId="931"/>
          <ac:picMkLst>
            <pc:docMk/>
            <pc:sldMk cId="0" sldId="276"/>
            <ac:picMk id="4" creationId="{A6C5D620-4213-4D9F-8D91-BBFACE95D1C2}"/>
          </ac:picMkLst>
        </pc:picChg>
      </pc:sldChg>
      <pc:sldChg chg="addSp delSp modSp">
        <pc:chgData name="" userId="174eac46ec5487bb" providerId="LiveId" clId="{3FE0933A-A266-4209-87D3-BB5A2228A192}" dt="2026-07-06T10:02:28.929" v="27" actId="931"/>
        <pc:sldMkLst>
          <pc:docMk/>
          <pc:sldMk cId="0" sldId="277"/>
        </pc:sldMkLst>
        <pc:picChg chg="del">
          <ac:chgData name="" userId="174eac46ec5487bb" providerId="LiveId" clId="{3FE0933A-A266-4209-87D3-BB5A2228A192}" dt="2026-07-06T10:02:13.821" v="26" actId="478"/>
          <ac:picMkLst>
            <pc:docMk/>
            <pc:sldMk cId="0" sldId="277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2:28.929" v="27" actId="931"/>
          <ac:picMkLst>
            <pc:docMk/>
            <pc:sldMk cId="0" sldId="277"/>
            <ac:picMk id="4" creationId="{76F4009A-3472-47E2-A0DA-6E72A6060825}"/>
          </ac:picMkLst>
        </pc:picChg>
      </pc:sldChg>
      <pc:sldChg chg="addSp delSp modSp">
        <pc:chgData name="" userId="174eac46ec5487bb" providerId="LiveId" clId="{3FE0933A-A266-4209-87D3-BB5A2228A192}" dt="2026-07-06T10:03:00.847" v="29" actId="931"/>
        <pc:sldMkLst>
          <pc:docMk/>
          <pc:sldMk cId="0" sldId="278"/>
        </pc:sldMkLst>
        <pc:picChg chg="del">
          <ac:chgData name="" userId="174eac46ec5487bb" providerId="LiveId" clId="{3FE0933A-A266-4209-87D3-BB5A2228A192}" dt="2026-07-06T10:02:38.396" v="28" actId="478"/>
          <ac:picMkLst>
            <pc:docMk/>
            <pc:sldMk cId="0" sldId="278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3:00.847" v="29" actId="931"/>
          <ac:picMkLst>
            <pc:docMk/>
            <pc:sldMk cId="0" sldId="278"/>
            <ac:picMk id="4" creationId="{6BF478BF-E36A-4EC7-A7EA-6D36BCAF5CB5}"/>
          </ac:picMkLst>
        </pc:picChg>
      </pc:sldChg>
      <pc:sldChg chg="addSp delSp modSp">
        <pc:chgData name="" userId="174eac46ec5487bb" providerId="LiveId" clId="{3FE0933A-A266-4209-87D3-BB5A2228A192}" dt="2026-07-06T10:03:21.706" v="31" actId="931"/>
        <pc:sldMkLst>
          <pc:docMk/>
          <pc:sldMk cId="0" sldId="279"/>
        </pc:sldMkLst>
        <pc:picChg chg="del">
          <ac:chgData name="" userId="174eac46ec5487bb" providerId="LiveId" clId="{3FE0933A-A266-4209-87D3-BB5A2228A192}" dt="2026-07-06T10:03:08.678" v="30" actId="478"/>
          <ac:picMkLst>
            <pc:docMk/>
            <pc:sldMk cId="0" sldId="279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3:21.706" v="31" actId="931"/>
          <ac:picMkLst>
            <pc:docMk/>
            <pc:sldMk cId="0" sldId="279"/>
            <ac:picMk id="4" creationId="{AE3A3BB4-A508-4CD2-ACB5-3DCD3F7251BE}"/>
          </ac:picMkLst>
        </pc:picChg>
      </pc:sldChg>
      <pc:sldChg chg="addSp delSp modSp">
        <pc:chgData name="" userId="174eac46ec5487bb" providerId="LiveId" clId="{3FE0933A-A266-4209-87D3-BB5A2228A192}" dt="2026-07-06T10:03:39.282" v="33" actId="931"/>
        <pc:sldMkLst>
          <pc:docMk/>
          <pc:sldMk cId="0" sldId="280"/>
        </pc:sldMkLst>
        <pc:picChg chg="del">
          <ac:chgData name="" userId="174eac46ec5487bb" providerId="LiveId" clId="{3FE0933A-A266-4209-87D3-BB5A2228A192}" dt="2026-07-06T10:03:27.704" v="32" actId="478"/>
          <ac:picMkLst>
            <pc:docMk/>
            <pc:sldMk cId="0" sldId="280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3:39.282" v="33" actId="931"/>
          <ac:picMkLst>
            <pc:docMk/>
            <pc:sldMk cId="0" sldId="280"/>
            <ac:picMk id="4" creationId="{DD7AA48C-301F-4081-AB00-75F4432C3F63}"/>
          </ac:picMkLst>
        </pc:picChg>
      </pc:sldChg>
      <pc:sldChg chg="addSp delSp modSp">
        <pc:chgData name="" userId="174eac46ec5487bb" providerId="LiveId" clId="{3FE0933A-A266-4209-87D3-BB5A2228A192}" dt="2026-07-06T10:06:35.234" v="43" actId="931"/>
        <pc:sldMkLst>
          <pc:docMk/>
          <pc:sldMk cId="0" sldId="281"/>
        </pc:sldMkLst>
        <pc:picChg chg="del">
          <ac:chgData name="" userId="174eac46ec5487bb" providerId="LiveId" clId="{3FE0933A-A266-4209-87D3-BB5A2228A192}" dt="2026-07-06T10:03:44.848" v="34" actId="478"/>
          <ac:picMkLst>
            <pc:docMk/>
            <pc:sldMk cId="0" sldId="281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6:35.234" v="43" actId="931"/>
          <ac:picMkLst>
            <pc:docMk/>
            <pc:sldMk cId="0" sldId="281"/>
            <ac:picMk id="4" creationId="{69D50CCC-8435-4953-A4AB-7B6A77B2CBB9}"/>
          </ac:picMkLst>
        </pc:picChg>
      </pc:sldChg>
      <pc:sldChg chg="addSp delSp modSp add del">
        <pc:chgData name="" userId="174eac46ec5487bb" providerId="LiveId" clId="{3FE0933A-A266-4209-87D3-BB5A2228A192}" dt="2026-07-06T10:06:49.618" v="44" actId="931"/>
        <pc:sldMkLst>
          <pc:docMk/>
          <pc:sldMk cId="0" sldId="282"/>
        </pc:sldMkLst>
        <pc:picChg chg="del">
          <ac:chgData name="" userId="174eac46ec5487bb" providerId="LiveId" clId="{3FE0933A-A266-4209-87D3-BB5A2228A192}" dt="2026-07-06T10:03:55.856" v="37" actId="478"/>
          <ac:picMkLst>
            <pc:docMk/>
            <pc:sldMk cId="0" sldId="282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6:49.618" v="44" actId="931"/>
          <ac:picMkLst>
            <pc:docMk/>
            <pc:sldMk cId="0" sldId="282"/>
            <ac:picMk id="4" creationId="{AE0EF770-23FD-4A4A-BD1E-A3C87171C670}"/>
          </ac:picMkLst>
        </pc:picChg>
      </pc:sldChg>
      <pc:sldChg chg="addSp delSp modSp">
        <pc:chgData name="" userId="174eac46ec5487bb" providerId="LiveId" clId="{3FE0933A-A266-4209-87D3-BB5A2228A192}" dt="2026-07-06T10:07:02.551" v="45" actId="931"/>
        <pc:sldMkLst>
          <pc:docMk/>
          <pc:sldMk cId="0" sldId="283"/>
        </pc:sldMkLst>
        <pc:picChg chg="del">
          <ac:chgData name="" userId="174eac46ec5487bb" providerId="LiveId" clId="{3FE0933A-A266-4209-87D3-BB5A2228A192}" dt="2026-07-06T10:03:59.672" v="38" actId="478"/>
          <ac:picMkLst>
            <pc:docMk/>
            <pc:sldMk cId="0" sldId="283"/>
            <ac:picMk id="2" creationId="{00000000-0000-0000-0000-000000000000}"/>
          </ac:picMkLst>
        </pc:picChg>
        <pc:picChg chg="add mod">
          <ac:chgData name="" userId="174eac46ec5487bb" providerId="LiveId" clId="{3FE0933A-A266-4209-87D3-BB5A2228A192}" dt="2026-07-06T10:07:02.551" v="45" actId="931"/>
          <ac:picMkLst>
            <pc:docMk/>
            <pc:sldMk cId="0" sldId="283"/>
            <ac:picMk id="4" creationId="{9855379B-D81D-44E4-BBA8-9A7E9667A84C}"/>
          </ac:picMkLst>
        </pc:picChg>
      </pc:sldChg>
      <pc:sldChg chg="del">
        <pc:chgData name="" userId="174eac46ec5487bb" providerId="LiveId" clId="{3FE0933A-A266-4209-87D3-BB5A2228A192}" dt="2026-07-06T10:04:03.671" v="39" actId="2696"/>
        <pc:sldMkLst>
          <pc:docMk/>
          <pc:sldMk cId="0" sldId="284"/>
        </pc:sldMkLst>
      </pc:sldChg>
      <pc:sldChg chg="addSp modSp add">
        <pc:chgData name="" userId="174eac46ec5487bb" providerId="LiveId" clId="{3FE0933A-A266-4209-87D3-BB5A2228A192}" dt="2026-07-06T09:55:10.529" v="12" actId="931"/>
        <pc:sldMkLst>
          <pc:docMk/>
          <pc:sldMk cId="1835777257" sldId="286"/>
        </pc:sldMkLst>
        <pc:picChg chg="add mod">
          <ac:chgData name="" userId="174eac46ec5487bb" providerId="LiveId" clId="{3FE0933A-A266-4209-87D3-BB5A2228A192}" dt="2026-07-06T09:55:10.529" v="12" actId="931"/>
          <ac:picMkLst>
            <pc:docMk/>
            <pc:sldMk cId="1835777257" sldId="286"/>
            <ac:picMk id="3" creationId="{ACC56C2B-81C4-4EE1-AEEC-B9F531A8DBEE}"/>
          </ac:picMkLst>
        </pc:picChg>
      </pc:sldChg>
      <pc:sldChg chg="add del">
        <pc:chgData name="" userId="174eac46ec5487bb" providerId="LiveId" clId="{3FE0933A-A266-4209-87D3-BB5A2228A192}" dt="2026-07-06T09:54:30.557" v="6"/>
        <pc:sldMkLst>
          <pc:docMk/>
          <pc:sldMk cId="1932958740" sldId="286"/>
        </pc:sldMkLst>
      </pc:sldChg>
      <pc:sldChg chg="add del">
        <pc:chgData name="" userId="174eac46ec5487bb" providerId="LiveId" clId="{3FE0933A-A266-4209-87D3-BB5A2228A192}" dt="2026-07-06T10:04:14.768" v="41" actId="2696"/>
        <pc:sldMkLst>
          <pc:docMk/>
          <pc:sldMk cId="1126061576" sldId="287"/>
        </pc:sldMkLst>
      </pc:sldChg>
      <pc:sldChg chg="addSp modSp add">
        <pc:chgData name="" userId="174eac46ec5487bb" providerId="LiveId" clId="{3FE0933A-A266-4209-87D3-BB5A2228A192}" dt="2026-07-06T10:07:16.870" v="46" actId="931"/>
        <pc:sldMkLst>
          <pc:docMk/>
          <pc:sldMk cId="1677553423" sldId="287"/>
        </pc:sldMkLst>
        <pc:picChg chg="add mod">
          <ac:chgData name="" userId="174eac46ec5487bb" providerId="LiveId" clId="{3FE0933A-A266-4209-87D3-BB5A2228A192}" dt="2026-07-06T10:07:16.870" v="46" actId="931"/>
          <ac:picMkLst>
            <pc:docMk/>
            <pc:sldMk cId="1677553423" sldId="287"/>
            <ac:picMk id="3" creationId="{7E38DFC5-B82A-481F-A43D-75564A3CB6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9E3F12-E0D3-4A24-8E3C-8DF3CA739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3DE585-E6D9-4DE0-8964-3C16C954A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474B2B-933C-4F2B-B3B8-29DD7BABA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56C2B-81C4-4EE1-AEEC-B9F531A8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77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606241-9CE7-440E-9849-CF2023142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BF99A4-F376-4195-A338-2D872525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4F9D05-2DF1-4EFD-AADE-0FCEB150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CD3774-A9DE-4D5A-BEC5-2DB7112D1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77F6A2-FE02-4409-8D0A-69D01470A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582F-92EB-4698-86E2-40C76CA26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C5D620-4213-4D9F-8D91-BBFACE95D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F4009A-3472-47E2-A0DA-6E72A6060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F478BF-E36A-4EC7-A7EA-6D36BCAF5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3A3BB4-A508-4CD2-ACB5-3DCD3F725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7AA48C-301F-4081-AB00-75F4432C3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D50CCC-8435-4953-A4AB-7B6A77B2C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0EF770-23FD-4A4A-BD1E-A3C87171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55379B-D81D-44E4-BBA8-9A7E9667A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38DFC5-B82A-481F-A43D-75564A3CB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53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610D8B-3CD7-41C5-97D9-B82156B86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EC</dc:creator>
  <cp:keywords/>
  <dc:description>generated using python-pptx</dc:description>
  <cp:lastModifiedBy>EC</cp:lastModifiedBy>
  <cp:revision>4</cp:revision>
  <dcterms:created xsi:type="dcterms:W3CDTF">2013-01-27T09:14:16Z</dcterms:created>
  <dcterms:modified xsi:type="dcterms:W3CDTF">2026-07-06T10:07:18Z</dcterms:modified>
  <cp:category/>
</cp:coreProperties>
</file>